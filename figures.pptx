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90" d="100"/>
          <a:sy n="190" d="100"/>
        </p:scale>
        <p:origin x="144" y="-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ABE0-50F2-AFBE-7E7E-83994DA9A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61610-28A5-3ED6-B659-4C806ECAD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90446-7971-0E39-B0AD-6768710E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17BDC-27A1-366C-2377-324328F1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E382B-C971-3459-4712-AD2D99E31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0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9222-01CB-0A7F-E651-4C407003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0710E-318F-BFD1-6A85-02CFD2C57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1C9B4-1378-411A-DED3-DCA35819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25823-C307-B54D-EAC7-8FD23357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5C9CC-682E-21DB-9F1C-118762BB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5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0F73-65F1-2D21-5914-E54299D8F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16A8F-8A20-F877-517C-4138855B5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AEA7D-68E6-4842-8474-B996E89A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5AB17-E23E-75F6-D889-B2795897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ACCC7-759B-7B19-A4A2-B6BA526D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1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23D8-13B7-C5EA-0854-226D4892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D1D62-EED7-931F-84B7-36E80F11F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766C7-E977-1C21-5145-1287E7F86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3BAA7-F2DB-DA8C-072D-4C08EB9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0B650-AD83-8381-E926-3AADF3C6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797AC-094F-B441-4683-99DC7463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3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F675-91F2-5D0A-1B12-75BC0C4F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B15F1-758B-EF61-A61E-BA0874E9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5DD1-B388-52A3-BF10-C927D480E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1E7A1-62CF-E6C5-3FD4-1C8A760D8A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AA621-CB6A-0D58-25A6-72A2A5BD4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0CBC0-D5A9-A8F8-4F30-6F2323C6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3FD17-511B-9C52-42C1-A848802A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4C7ED-51D8-F6AC-2C08-AEDFC820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0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4609-E5C4-BB5C-26C1-7B6B1F5A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6D0F7-CC4C-8950-13D0-14F2B61B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FAEAA-10C2-6B85-64E3-3B035F48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8D6E-A303-9076-6F1A-36EF657C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8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36D3C-C754-3D66-75D3-EC2B67D2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99F85-4171-EF8A-7297-7FD733AB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0EF41-5227-B625-50E0-8F407543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9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0BCD-B236-E20A-B4DE-862FD302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5562C-C6CD-0096-8DE4-BFE959EA7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3CCE4-BBB9-FACD-F8FA-505CD6835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0739E-6272-6326-B1E3-98B1A5D2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F1FBE-9308-60FC-E9FD-C8ABEC56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F8B10-A7A8-2C51-3995-5688564A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0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F131-577B-68D6-4C03-F871B6CE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3A5CF-9ADB-0B0C-8293-511422CF7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8A16B-E472-2294-4FBD-C344277B9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43565-37BC-29D5-09D4-838F5EC3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B37F7-8C56-C2D5-4EA9-9A6A65A6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4C587-FAE0-BA5C-F226-D80B0EF2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9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17F8-D7FF-09BF-DEB0-6104C64E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A7D9D-7374-B7D0-9825-CC8E4214E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47184-A4BB-FC32-75A5-9FF15E77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53D64-51FD-EC18-CB34-E528B85D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38D0-BB33-9971-1DDB-BCD92353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6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561BB-78B5-A2CC-DE5D-A2D70AD7C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81177-4177-4587-E4F7-8341C9473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003D3-FCB7-6AA2-9317-315E135F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10C29-FAFE-9853-E430-543D78B4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945EF-9F00-E038-26AD-1B7A8007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6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3F8CF-8707-562B-3C2D-D740F549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0F27-8272-A337-2475-1B8445669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44BDC-EB2A-EEA2-5DB1-9AE79606F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D6C64-3D8C-C743-8053-6EB4D7A3BE14}" type="datetimeFigureOut"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BF85A-E490-0428-F43E-8B727DD86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73D34-BFEA-2B59-CFED-16C16D2D4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234BD-4794-EF41-AA49-3A6498E93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8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9A7BDA-67B3-6FF2-3EC6-181541ECB0B9}"/>
              </a:ext>
            </a:extLst>
          </p:cNvPr>
          <p:cNvSpPr/>
          <p:nvPr/>
        </p:nvSpPr>
        <p:spPr>
          <a:xfrm>
            <a:off x="935665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5F9D7D-0BED-BB71-21EE-127EF12E5579}"/>
              </a:ext>
            </a:extLst>
          </p:cNvPr>
          <p:cNvSpPr/>
          <p:nvPr/>
        </p:nvSpPr>
        <p:spPr>
          <a:xfrm>
            <a:off x="1424763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9F6996-6D29-4AFB-4409-39F43BA2B9A0}"/>
              </a:ext>
            </a:extLst>
          </p:cNvPr>
          <p:cNvSpPr/>
          <p:nvPr/>
        </p:nvSpPr>
        <p:spPr>
          <a:xfrm>
            <a:off x="1913861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9E91DB-8943-A8C0-9532-C9D72CC7FDC6}"/>
              </a:ext>
            </a:extLst>
          </p:cNvPr>
          <p:cNvSpPr/>
          <p:nvPr/>
        </p:nvSpPr>
        <p:spPr>
          <a:xfrm>
            <a:off x="2402959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7B859-74F5-BFAC-8A68-8B3BABF83F3D}"/>
              </a:ext>
            </a:extLst>
          </p:cNvPr>
          <p:cNvSpPr/>
          <p:nvPr/>
        </p:nvSpPr>
        <p:spPr>
          <a:xfrm>
            <a:off x="2892057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A95509-636A-2F74-8C0C-5E548AA60FF2}"/>
              </a:ext>
            </a:extLst>
          </p:cNvPr>
          <p:cNvSpPr/>
          <p:nvPr/>
        </p:nvSpPr>
        <p:spPr>
          <a:xfrm>
            <a:off x="3381155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A68BDF-3E3E-B201-927D-4A78EF95469A}"/>
              </a:ext>
            </a:extLst>
          </p:cNvPr>
          <p:cNvSpPr/>
          <p:nvPr/>
        </p:nvSpPr>
        <p:spPr>
          <a:xfrm>
            <a:off x="3870253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9B6A20-F67F-E505-C122-64C1C9D15A23}"/>
              </a:ext>
            </a:extLst>
          </p:cNvPr>
          <p:cNvSpPr/>
          <p:nvPr/>
        </p:nvSpPr>
        <p:spPr>
          <a:xfrm>
            <a:off x="935665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4FB18A-0527-448E-4C0F-5E8E737E5434}"/>
              </a:ext>
            </a:extLst>
          </p:cNvPr>
          <p:cNvSpPr/>
          <p:nvPr/>
        </p:nvSpPr>
        <p:spPr>
          <a:xfrm>
            <a:off x="1424763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B30AF-38DF-98FD-6BB2-CD71A35CF328}"/>
              </a:ext>
            </a:extLst>
          </p:cNvPr>
          <p:cNvSpPr/>
          <p:nvPr/>
        </p:nvSpPr>
        <p:spPr>
          <a:xfrm>
            <a:off x="1913861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65ECF1-993B-A86F-A2BA-41163719C6EE}"/>
              </a:ext>
            </a:extLst>
          </p:cNvPr>
          <p:cNvSpPr/>
          <p:nvPr/>
        </p:nvSpPr>
        <p:spPr>
          <a:xfrm>
            <a:off x="2402959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8A665D-83E6-175A-D12D-79A93EBFBEAF}"/>
              </a:ext>
            </a:extLst>
          </p:cNvPr>
          <p:cNvSpPr/>
          <p:nvPr/>
        </p:nvSpPr>
        <p:spPr>
          <a:xfrm>
            <a:off x="2892057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CB474-7555-594B-64A3-05A5BD13664D}"/>
              </a:ext>
            </a:extLst>
          </p:cNvPr>
          <p:cNvSpPr/>
          <p:nvPr/>
        </p:nvSpPr>
        <p:spPr>
          <a:xfrm>
            <a:off x="3381155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FFB5D3-4F1C-719A-D2F1-53B456D65B92}"/>
              </a:ext>
            </a:extLst>
          </p:cNvPr>
          <p:cNvSpPr/>
          <p:nvPr/>
        </p:nvSpPr>
        <p:spPr>
          <a:xfrm>
            <a:off x="3870253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93F646-8870-4E28-0DE4-07FDF992897A}"/>
              </a:ext>
            </a:extLst>
          </p:cNvPr>
          <p:cNvSpPr/>
          <p:nvPr/>
        </p:nvSpPr>
        <p:spPr>
          <a:xfrm>
            <a:off x="1057939" y="3053365"/>
            <a:ext cx="733647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H0/1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2FA545-37A2-E868-2E2D-E1649E42DE31}"/>
              </a:ext>
            </a:extLst>
          </p:cNvPr>
          <p:cNvSpPr/>
          <p:nvPr/>
        </p:nvSpPr>
        <p:spPr>
          <a:xfrm>
            <a:off x="2036135" y="3053365"/>
            <a:ext cx="733647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H2/3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02D5FD-9A4D-5D64-9C28-73AFA191272E}"/>
              </a:ext>
            </a:extLst>
          </p:cNvPr>
          <p:cNvSpPr/>
          <p:nvPr/>
        </p:nvSpPr>
        <p:spPr>
          <a:xfrm>
            <a:off x="3014331" y="3053365"/>
            <a:ext cx="733647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H4/5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8A41B4-D6BA-E07E-47D2-2077AFEBBCD9}"/>
              </a:ext>
            </a:extLst>
          </p:cNvPr>
          <p:cNvSpPr/>
          <p:nvPr/>
        </p:nvSpPr>
        <p:spPr>
          <a:xfrm>
            <a:off x="4359351" y="4795283"/>
            <a:ext cx="489098" cy="818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6D96A0-9B44-8B3B-AC33-24B2DFF0A5AF}"/>
              </a:ext>
            </a:extLst>
          </p:cNvPr>
          <p:cNvSpPr/>
          <p:nvPr/>
        </p:nvSpPr>
        <p:spPr>
          <a:xfrm>
            <a:off x="4359351" y="3929449"/>
            <a:ext cx="489098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7AF02F-560B-6FAC-EA37-6F5C24CBFF02}"/>
              </a:ext>
            </a:extLst>
          </p:cNvPr>
          <p:cNvSpPr/>
          <p:nvPr/>
        </p:nvSpPr>
        <p:spPr>
          <a:xfrm>
            <a:off x="3992527" y="3053365"/>
            <a:ext cx="733647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H6/7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2054F6A-71E2-01F8-B990-192E1C84132E}"/>
              </a:ext>
            </a:extLst>
          </p:cNvPr>
          <p:cNvCxnSpPr>
            <a:stCxn id="15" idx="0"/>
            <a:endCxn id="22" idx="2"/>
          </p:cNvCxnSpPr>
          <p:nvPr/>
        </p:nvCxnSpPr>
        <p:spPr>
          <a:xfrm flipV="1">
            <a:off x="1180214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8017D3-357E-991D-AE2A-A16EEE00D311}"/>
              </a:ext>
            </a:extLst>
          </p:cNvPr>
          <p:cNvCxnSpPr>
            <a:cxnSpLocks/>
            <a:stCxn id="16" idx="0"/>
            <a:endCxn id="22" idx="2"/>
          </p:cNvCxnSpPr>
          <p:nvPr/>
        </p:nvCxnSpPr>
        <p:spPr>
          <a:xfrm flipH="1" flipV="1">
            <a:off x="1424763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6B5BC09-77A2-CBE6-93AA-E06E29262EFA}"/>
              </a:ext>
            </a:extLst>
          </p:cNvPr>
          <p:cNvCxnSpPr>
            <a:cxnSpLocks/>
            <a:stCxn id="17" idx="0"/>
            <a:endCxn id="23" idx="2"/>
          </p:cNvCxnSpPr>
          <p:nvPr/>
        </p:nvCxnSpPr>
        <p:spPr>
          <a:xfrm flipV="1">
            <a:off x="2158410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5D305B-A2DA-49AE-FAF1-6FB562432BCF}"/>
              </a:ext>
            </a:extLst>
          </p:cNvPr>
          <p:cNvCxnSpPr>
            <a:cxnSpLocks/>
            <a:stCxn id="18" idx="0"/>
            <a:endCxn id="23" idx="2"/>
          </p:cNvCxnSpPr>
          <p:nvPr/>
        </p:nvCxnSpPr>
        <p:spPr>
          <a:xfrm flipH="1" flipV="1">
            <a:off x="2402959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3EB67B-C16A-7D01-1535-57AE717C9948}"/>
              </a:ext>
            </a:extLst>
          </p:cNvPr>
          <p:cNvCxnSpPr>
            <a:cxnSpLocks/>
            <a:stCxn id="19" idx="0"/>
            <a:endCxn id="24" idx="2"/>
          </p:cNvCxnSpPr>
          <p:nvPr/>
        </p:nvCxnSpPr>
        <p:spPr>
          <a:xfrm flipV="1">
            <a:off x="3136606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E66F02-F0D0-73E8-7E15-06266875F5AD}"/>
              </a:ext>
            </a:extLst>
          </p:cNvPr>
          <p:cNvCxnSpPr>
            <a:cxnSpLocks/>
            <a:stCxn id="20" idx="0"/>
            <a:endCxn id="24" idx="2"/>
          </p:cNvCxnSpPr>
          <p:nvPr/>
        </p:nvCxnSpPr>
        <p:spPr>
          <a:xfrm flipH="1" flipV="1">
            <a:off x="3381155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D2392FB-C0A4-AFCB-1705-9807BF17D739}"/>
              </a:ext>
            </a:extLst>
          </p:cNvPr>
          <p:cNvCxnSpPr>
            <a:cxnSpLocks/>
            <a:stCxn id="21" idx="0"/>
            <a:endCxn id="27" idx="2"/>
          </p:cNvCxnSpPr>
          <p:nvPr/>
        </p:nvCxnSpPr>
        <p:spPr>
          <a:xfrm flipV="1">
            <a:off x="4114802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3F99DB-6BD5-EA68-868F-A8B7993A1423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H="1" flipV="1">
            <a:off x="4359351" y="3506350"/>
            <a:ext cx="244549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F4C29E4-33E2-9C01-BC19-ED01C05E047C}"/>
              </a:ext>
            </a:extLst>
          </p:cNvPr>
          <p:cNvCxnSpPr>
            <a:cxnSpLocks/>
            <a:stCxn id="4" idx="0"/>
            <a:endCxn id="15" idx="2"/>
          </p:cNvCxnSpPr>
          <p:nvPr/>
        </p:nvCxnSpPr>
        <p:spPr>
          <a:xfrm flipV="1">
            <a:off x="1180214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C86EE79-93D6-07C7-A239-DE86D832A7AF}"/>
              </a:ext>
            </a:extLst>
          </p:cNvPr>
          <p:cNvCxnSpPr>
            <a:cxnSpLocks/>
            <a:stCxn id="5" idx="0"/>
            <a:endCxn id="16" idx="2"/>
          </p:cNvCxnSpPr>
          <p:nvPr/>
        </p:nvCxnSpPr>
        <p:spPr>
          <a:xfrm flipV="1">
            <a:off x="1669312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FD29FA9-E105-EFF9-166F-7721583F4A5E}"/>
              </a:ext>
            </a:extLst>
          </p:cNvPr>
          <p:cNvCxnSpPr>
            <a:cxnSpLocks/>
          </p:cNvCxnSpPr>
          <p:nvPr/>
        </p:nvCxnSpPr>
        <p:spPr>
          <a:xfrm flipV="1">
            <a:off x="2158410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DE5D5F-C9CC-A3AB-132E-AC26C5161BCB}"/>
              </a:ext>
            </a:extLst>
          </p:cNvPr>
          <p:cNvCxnSpPr>
            <a:cxnSpLocks/>
          </p:cNvCxnSpPr>
          <p:nvPr/>
        </p:nvCxnSpPr>
        <p:spPr>
          <a:xfrm flipV="1">
            <a:off x="2647508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E406D8-6AB3-25FD-5D42-F3CDDC349FE4}"/>
              </a:ext>
            </a:extLst>
          </p:cNvPr>
          <p:cNvCxnSpPr>
            <a:cxnSpLocks/>
          </p:cNvCxnSpPr>
          <p:nvPr/>
        </p:nvCxnSpPr>
        <p:spPr>
          <a:xfrm flipV="1">
            <a:off x="3136606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266A1D1-083B-E557-D948-A60DEA6F92BA}"/>
              </a:ext>
            </a:extLst>
          </p:cNvPr>
          <p:cNvCxnSpPr>
            <a:cxnSpLocks/>
          </p:cNvCxnSpPr>
          <p:nvPr/>
        </p:nvCxnSpPr>
        <p:spPr>
          <a:xfrm flipV="1">
            <a:off x="3625704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6EB3F49-6B1B-971F-28CA-2DDE18E080E6}"/>
              </a:ext>
            </a:extLst>
          </p:cNvPr>
          <p:cNvCxnSpPr>
            <a:cxnSpLocks/>
          </p:cNvCxnSpPr>
          <p:nvPr/>
        </p:nvCxnSpPr>
        <p:spPr>
          <a:xfrm flipV="1">
            <a:off x="4114802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90A1945-95BD-9FD0-C7F6-D36381C3CA62}"/>
              </a:ext>
            </a:extLst>
          </p:cNvPr>
          <p:cNvCxnSpPr>
            <a:cxnSpLocks/>
          </p:cNvCxnSpPr>
          <p:nvPr/>
        </p:nvCxnSpPr>
        <p:spPr>
          <a:xfrm flipV="1">
            <a:off x="4603900" y="4382434"/>
            <a:ext cx="0" cy="412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495710E-53B5-8BB1-C151-9575177592EE}"/>
              </a:ext>
            </a:extLst>
          </p:cNvPr>
          <p:cNvSpPr/>
          <p:nvPr/>
        </p:nvSpPr>
        <p:spPr>
          <a:xfrm>
            <a:off x="1363625" y="2177281"/>
            <a:ext cx="1100471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H0/1/2/3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840DF2-F4E2-CF95-49CB-B39AFC537F4D}"/>
              </a:ext>
            </a:extLst>
          </p:cNvPr>
          <p:cNvSpPr/>
          <p:nvPr/>
        </p:nvSpPr>
        <p:spPr>
          <a:xfrm>
            <a:off x="3320017" y="2176406"/>
            <a:ext cx="1100471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H4/5/6/7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BCDEF8-4D70-8AAD-C4B7-C4878298B422}"/>
              </a:ext>
            </a:extLst>
          </p:cNvPr>
          <p:cNvSpPr/>
          <p:nvPr/>
        </p:nvSpPr>
        <p:spPr>
          <a:xfrm>
            <a:off x="2341821" y="1496928"/>
            <a:ext cx="1100471" cy="452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H/all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7EA0D44-7E4A-2C41-C77D-A5E7255F4F07}"/>
              </a:ext>
            </a:extLst>
          </p:cNvPr>
          <p:cNvCxnSpPr>
            <a:cxnSpLocks/>
            <a:stCxn id="22" idx="0"/>
            <a:endCxn id="63" idx="2"/>
          </p:cNvCxnSpPr>
          <p:nvPr/>
        </p:nvCxnSpPr>
        <p:spPr>
          <a:xfrm flipV="1">
            <a:off x="1424763" y="2630266"/>
            <a:ext cx="489098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BC17C6D-2314-5725-AA11-DD6BF2C7AD7C}"/>
              </a:ext>
            </a:extLst>
          </p:cNvPr>
          <p:cNvCxnSpPr>
            <a:cxnSpLocks/>
            <a:stCxn id="23" idx="0"/>
            <a:endCxn id="63" idx="2"/>
          </p:cNvCxnSpPr>
          <p:nvPr/>
        </p:nvCxnSpPr>
        <p:spPr>
          <a:xfrm flipH="1" flipV="1">
            <a:off x="1913861" y="2630266"/>
            <a:ext cx="489098" cy="42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66F83DA-F880-E96A-119B-B5F3DF46DAEE}"/>
              </a:ext>
            </a:extLst>
          </p:cNvPr>
          <p:cNvCxnSpPr>
            <a:cxnSpLocks/>
            <a:stCxn id="24" idx="0"/>
            <a:endCxn id="64" idx="2"/>
          </p:cNvCxnSpPr>
          <p:nvPr/>
        </p:nvCxnSpPr>
        <p:spPr>
          <a:xfrm flipV="1">
            <a:off x="3381155" y="2629391"/>
            <a:ext cx="489098" cy="42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7290652-E07D-E025-2780-4EE43E446791}"/>
              </a:ext>
            </a:extLst>
          </p:cNvPr>
          <p:cNvCxnSpPr>
            <a:cxnSpLocks/>
            <a:stCxn id="27" idx="0"/>
            <a:endCxn id="64" idx="2"/>
          </p:cNvCxnSpPr>
          <p:nvPr/>
        </p:nvCxnSpPr>
        <p:spPr>
          <a:xfrm flipH="1" flipV="1">
            <a:off x="3870253" y="2629391"/>
            <a:ext cx="489098" cy="42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BF49953-8A74-A731-DB41-38EDB944153A}"/>
              </a:ext>
            </a:extLst>
          </p:cNvPr>
          <p:cNvCxnSpPr>
            <a:cxnSpLocks/>
            <a:stCxn id="63" idx="0"/>
            <a:endCxn id="65" idx="2"/>
          </p:cNvCxnSpPr>
          <p:nvPr/>
        </p:nvCxnSpPr>
        <p:spPr>
          <a:xfrm flipV="1">
            <a:off x="1913861" y="1949913"/>
            <a:ext cx="978196" cy="22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10939B4-0CC9-7614-4C4B-C042799D227C}"/>
              </a:ext>
            </a:extLst>
          </p:cNvPr>
          <p:cNvCxnSpPr>
            <a:cxnSpLocks/>
            <a:stCxn id="64" idx="0"/>
            <a:endCxn id="65" idx="2"/>
          </p:cNvCxnSpPr>
          <p:nvPr/>
        </p:nvCxnSpPr>
        <p:spPr>
          <a:xfrm flipH="1" flipV="1">
            <a:off x="2892057" y="1949913"/>
            <a:ext cx="978196" cy="226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6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Sperber</dc:creator>
  <cp:lastModifiedBy>Michael Sperber</cp:lastModifiedBy>
  <cp:revision>2</cp:revision>
  <dcterms:created xsi:type="dcterms:W3CDTF">2026-05-21T15:02:20Z</dcterms:created>
  <dcterms:modified xsi:type="dcterms:W3CDTF">2026-05-21T15:18:16Z</dcterms:modified>
</cp:coreProperties>
</file>